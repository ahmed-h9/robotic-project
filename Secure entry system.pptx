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02:47:57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2013 700 24575,'-1'-4'0,"1"-1"0,-1 1 0,0 0 0,0 0 0,0-1 0,-1 1 0,0 0 0,1 0 0,-1 0 0,-1 1 0,1-1 0,0 0 0,-1 1 0,0 0 0,0-1 0,0 1 0,0 0 0,0 1 0,-1-1 0,1 0 0,-1 1 0,-6-3 0,-4-3 0,0 2 0,-1-1 0,0 2 0,-28-7 0,3 5 0,-50-3 0,-12-2 0,-167-32 0,354 41 0,-1 6 0,-37-1 0,1-2 0,65-8 0,-109 5 0,-14 0 0,-25-3 0,-570-29 0,-3 30 0,570 6 0,14-2 0,20 1 0,7 1 0,21 1 0,920 71 0,-902-71 0,35 5 0,-144-4 0,-573-6 0,1225 3 0,-1154 0 0,600 11 0,228 22 0,5-20 0,-210-12 0,-35 1 0,-45-2 0,17 0 0,-1391-3 0,2163 3 0,-832 0 0,55 0 0,48 0 0,488 0 0,-988 0 0,651 1 0,229-3 0,-392 2 0,-5 0 0,0 0 0,1-2 0,-1 0 0,19-5 0,-25 1 0,-15 0 0,-22-3 0,-79-7 0,-208-6 0,249 19 0,-798-9 0,848 12 0,15 1 0,24-1 0,322-1 0,211 4 0,-295 9 0,76 3 0,-360-15 0,-41 0 0,57 0 0,0 0 0,0 1 0,0 0 0,0 0 0,0 1 0,0-1 0,1 1 0,-1 0 0,-6 4 0,10-6 0,1 0 0,-1 1 0,1-1 0,-1 0 0,1 1 0,0-1 0,-1 0 0,1 1 0,-1-1 0,1 1 0,0-1 0,-1 0 0,1 1 0,0-1 0,0 1 0,-1-1 0,1 1 0,0-1 0,0 1 0,0-1 0,0 1 0,0 0 0,-1-1 0,1 1 0,0-1 0,0 1 0,0-1 0,1 1 0,-1-1 0,0 1 0,0-1 0,0 1 0,0-1 0,0 1 0,1-1 0,-1 1 0,0-1 0,0 1 0,1-1 0,-1 1 0,0-1 0,1 1 0,-1-1 0,0 0 0,1 1 0,-1-1 0,1 0 0,-1 1 0,1-1 0,-1 0 0,2 1 0,29 15 0,-28-14 0,33 11 0,1-1 0,46 9 0,-58-16 0,-23-3 0,-7-1 0,-20 1 0,-36 0 0,-137-6 0,495 5 0,-309-1 0,8 1 0,0-1 0,0 1 0,1-1 0,-1 0 0,0-1 0,0 1 0,0 0 0,0-1 0,1 0 0,-1 0 0,-6-2 0,10 2 0,0 1 0,0 0 0,0 0 0,0 0 0,0 0 0,0-1 0,0 1 0,0 0 0,0 0 0,0 0 0,0 0 0,0-1 0,0 1 0,0 0 0,0 0 0,0 0 0,0 0 0,0-1 0,0 1 0,0 0 0,0 0 0,0 0 0,0 0 0,0-1 0,0 1 0,1 0 0,-1 0 0,0 0 0,0 0 0,0 0 0,0-1 0,0 1 0,0 0 0,0 0 0,1 0 0,-1 0 0,0 0 0,0 0 0,0 0 0,0 0 0,1 0 0,-1 0 0,0 0 0,0 0 0,0-1 0,0 1 0,1 0 0,-1 0 0,0 0 0,0 0 0,0 0 0,0 1 0,1-1 0,16-5 0,0 2 0,0 0 0,0 1 0,0 1 0,31 1 0,-6 0 0,165-2 0,64-2 0,-263 4 0,-1 0 0,1 0 0,-1-1 0,1 0 0,-1-1 0,1 0 0,-1 0 0,0 0 0,0-1 0,0 0 0,9-6 0,-16 9 0,1 0 0,-1-1 0,1 1 0,-1 0 0,1-1 0,-1 1 0,0-1 0,1 1 0,-1 0 0,0-1 0,1 1 0,-1-1 0,0 1 0,0-1 0,1 1 0,-1-1 0,0 1 0,0-1 0,0 0 0,0 1 0,0-1 0,0 1 0,0-1 0,0 1 0,0-1 0,0 1 0,0-1 0,0 0 0,0 1 0,0-1 0,-1 1 0,1-1 0,0 1 0,0-1 0,0 1 0,-1-1 0,1 1 0,0-1 0,-1 1 0,0-1 0,-20-13 0,0 6 0,1 1 0,-1 1 0,0 0 0,-25-2 0,-91-6 0,88 10 0,222 7 0,-89-4 0,-14 2 0,88-2 0,-118-6 0,-39 7 0,-1-1 0,0 1 0,1 0 0,-1 0 0,0 0 0,1 0 0,-1 0 0,0 0 0,1 0 0,-1 0 0,0-1 0,0 1 0,1 0 0,-1 0 0,0 0 0,1-1 0,-1 1 0,0 0 0,0 0 0,0 0 0,1-1 0,-1 1 0,0 0 0,0-1 0,0 1 0,0 0 0,0-1 0,1 1 0,-1 0 0,0-1 0,-18-6 0,-30 1 0,-1 2 0,0 2 0,-50 5 0,12 0 0,80-3 0,-38 0 0,33 0 0,20 0 0,75 1 0,120-3 0,-195 2 0,1-1 0,-1 0 0,0 0 0,0-1 0,11-3 0,-19 5 0,0 0 0,1 0 0,-1 0 0,0 0 0,0 0 0,1-1 0,-1 1 0,0 0 0,1 0 0,-1 0 0,0 0 0,0-1 0,1 1 0,-1 0 0,0 0 0,0-1 0,0 1 0,1 0 0,-1 0 0,0-1 0,0 1 0,0 0 0,0-1 0,0 1 0,1 0 0,-1-1 0,0 1 0,0 0 0,0-1 0,0 1 0,0 0 0,0 0 0,0-1 0,0 1 0,0 0 0,0-1 0,0 1 0,-1 0 0,1-1 0,0 1 0,0 0 0,0-1 0,0 1 0,0 0 0,-1 0 0,1-1 0,0 1 0,0 0 0,0 0 0,-1-1 0,1 1 0,0 0 0,0 0 0,-1 0 0,1-1 0,0 1 0,0 0 0,-1 0 0,1 0 0,0 0 0,-1 0 0,1 0 0,0-1 0,-1 1 0,0 0 0,-22-10 0,-114-27 0,-177-27 0,291 62 0,2 0 0,39 1 0,323 3 0,-725-2 0,397 0 0,57 1 0,0-3 0,87-15 0,-108 2 0,-47 14 0,0 1 0,-1-1 0,1 0 0,-1 0 0,1 0 0,-1 0 0,1-1 0,-1 1 0,0 0 0,3-3 0,-4 3 0,0 1 0,0-1 0,1 1 0,-1-1 0,0 0 0,0 1 0,0-1 0,0 1 0,0-1 0,0 0 0,0 1 0,0-1 0,0 1 0,0-1 0,0 0 0,0 1 0,0-1 0,-1 1 0,1-1 0,0 1 0,0-1 0,-1 0 0,1 1 0,0-1 0,-1 1 0,1-1 0,0 1 0,-1 0 0,1-1 0,-1 1 0,1-1 0,-1 1 0,-6-5 0,1 1 0,-1 0 0,0 1 0,-1-1 0,1 1 0,-1 1 0,1-1 0,-1 1 0,-8-1 0,4 1 0,-48-10 0,-81-5 0,-11-1 0,131 12 0,23 3 0,12-2 0,56-11 0,0 3 0,73-4 0,145 3 0,-250 12 0,9 0 0,-26 0 0,-1 1 0,1 1 0,23 3 0,-60-5 0,1 2 0,-29 2 0,-1-1 0,-636 1 0,660-3 0,42 1 0,429-21 0,-429 18 0,-21 3 0,0 0 0,0 0 0,0 0 0,0 0 0,0 0 0,0 0 0,0 0 0,0 0 0,0 0 0,0 0 0,0-1 0,0 1 0,0 0 0,0 0 0,0 0 0,0 0 0,0 0 0,0 0 0,0 0 0,0 0 0,0 0 0,0 0 0,0 0 0,0 0 0,0 0 0,0 0 0,0 0 0,0-1 0,0 1 0,0 0 0,0 0 0,0 0 0,0 0 0,0 0 0,0 0 0,0 0 0,0 0 0,-32-2 0,15 1 0,-12-5 0,18 1 0,11 5 0,1 0 0,-1-1 0,0 1 0,0 0 0,0 0 0,0-1 0,0 1 0,1 0 0,-1-1 0,0 1 0,0 0 0,0 0 0,1 0 0,-1-1 0,0 1 0,0 0 0,1 0 0,-1 0 0,0 0 0,0-1 0,1 1 0,-1 0 0,0 0 0,0 0 0,1 0 0,-1 0 0,0 0 0,1 0 0,-1 0 0,0 0 0,1 0 0,-1 0 0,0 0 0,0 0 0,1 0 0,49-6 0,0 2 0,77 3 0,-56 1 0,-24 1 0,58-4 0,-80-3 0,-25 6 0,0 0 0,1 0 0,-1 0 0,0 0 0,0-1 0,0 1 0,1 0 0,-1 0 0,0 0 0,0 0 0,0-1 0,0 1 0,0 0 0,1 0 0,-1 0 0,0-1 0,0 1 0,0 0 0,0 0 0,0-1 0,0 1 0,0 0 0,0 0 0,0-1 0,0 1 0,0 0 0,0 0 0,0 0 0,0-1 0,0 1 0,0 0 0,0 0 0,0-1 0,0 1 0,0 0 0,0 0 0,0 0 0,-1-1 0,1 1 0,0 0 0,0 0 0,0 0 0,-1-1 0,-1-1 0,-1 0 0,0 0 0,0 0 0,0 1 0,0-1 0,0 1 0,0 0 0,0 0 0,-7-2 0,-51-7-445,0 3 0,-118 0 0,178 7 415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46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67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12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0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4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14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8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2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9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35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5501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92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5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63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6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3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74FB212-CC6B-43E1-8C19-C2FEFBB077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5948B-9D2F-4D9C-A022-17EEA5407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00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5362-3351-2728-F037-E9E2AD0C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entry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A02A69-4394-8672-A5BA-E996E6AE8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425" y="1550220"/>
            <a:ext cx="7577215" cy="4195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26EA0F-3F1E-3A2D-426F-D52315ABBDF3}"/>
              </a:ext>
            </a:extLst>
          </p:cNvPr>
          <p:cNvSpPr txBox="1"/>
          <p:nvPr/>
        </p:nvSpPr>
        <p:spPr>
          <a:xfrm>
            <a:off x="9395640" y="6079253"/>
            <a:ext cx="2190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supervision</a:t>
            </a:r>
            <a:r>
              <a:rPr lang="ar-EG" dirty="0"/>
              <a:t>:</a:t>
            </a:r>
          </a:p>
          <a:p>
            <a:r>
              <a:rPr lang="en-US" dirty="0"/>
              <a:t>MARWA </a:t>
            </a:r>
            <a:r>
              <a:rPr lang="en-US" dirty="0" err="1"/>
              <a:t>Elsediq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0B6BE-10F7-C11E-D71E-826C42A77612}"/>
              </a:ext>
            </a:extLst>
          </p:cNvPr>
          <p:cNvSpPr txBox="1"/>
          <p:nvPr/>
        </p:nvSpPr>
        <p:spPr>
          <a:xfrm>
            <a:off x="934065" y="5958348"/>
            <a:ext cx="423770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Created by :</a:t>
            </a:r>
            <a:br>
              <a:rPr lang="en-US" sz="1100" dirty="0"/>
            </a:br>
            <a:r>
              <a:rPr lang="en-US" sz="1100" dirty="0"/>
              <a:t>Khaled Saad Fawzy</a:t>
            </a:r>
            <a:br>
              <a:rPr lang="en-US" sz="1100" dirty="0"/>
            </a:br>
            <a:r>
              <a:rPr lang="en-US" sz="1100" dirty="0"/>
              <a:t>Ahmed Mohamed Ramadan</a:t>
            </a:r>
            <a:br>
              <a:rPr lang="en-US" sz="1100" dirty="0"/>
            </a:br>
            <a:r>
              <a:rPr lang="en-US" sz="1100" dirty="0"/>
              <a:t>Boles </a:t>
            </a:r>
            <a:r>
              <a:rPr lang="en-US" sz="1100" dirty="0" err="1"/>
              <a:t>Hessam</a:t>
            </a:r>
            <a:br>
              <a:rPr lang="en-US" sz="1100" dirty="0"/>
            </a:br>
            <a:r>
              <a:rPr lang="en-US" sz="1100" dirty="0"/>
              <a:t>Ahmed Hassan</a:t>
            </a:r>
          </a:p>
        </p:txBody>
      </p:sp>
    </p:spTree>
    <p:extLst>
      <p:ext uri="{BB962C8B-B14F-4D97-AF65-F5344CB8AC3E}">
        <p14:creationId xmlns:p14="http://schemas.microsoft.com/office/powerpoint/2010/main" val="133847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BE72E-9C7E-312C-6543-DAE5D2938E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C7CD2-E3D7-F476-3123-AAD94517B2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84C66-542D-536B-29F1-11D10944E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4" y="490127"/>
            <a:ext cx="10402752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8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71792-6274-E823-3343-4D2CA3C1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728735"/>
            <a:ext cx="9404723" cy="1400530"/>
          </a:xfrm>
        </p:spPr>
        <p:txBody>
          <a:bodyPr/>
          <a:lstStyle/>
          <a:p>
            <a:r>
              <a:rPr lang="en-US" sz="4400" b="1" i="1" dirty="0">
                <a:solidFill>
                  <a:schemeClr val="tx1">
                    <a:lumMod val="9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Diagram of electrical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9E3C-A659-10F7-AEF4-316A6C604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389" y="6951407"/>
            <a:ext cx="8946541" cy="13273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44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0A5210-2F29-4D85-A400-9C79B13FC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611BBE-2B4A-4DA2-B8A9-CD877B876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 w="22225">
            <a:solidFill>
              <a:srgbClr val="FBF4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90352-94B8-59A9-9D20-7DD745CCB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180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1091950-5655-45D2-858E-FE8CBE0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9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B6B4F2-CC65-CA23-9978-227015B4B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889" y="643467"/>
            <a:ext cx="7902221" cy="5571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0CAC348-2B59-3C0F-1006-5FE069340502}"/>
                  </a:ext>
                </a:extLst>
              </p14:cNvPr>
              <p14:cNvContentPartPr/>
              <p14:nvPr/>
            </p14:nvContentPartPr>
            <p14:xfrm>
              <a:off x="9343851" y="5897465"/>
              <a:ext cx="1000440" cy="252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0CAC348-2B59-3C0F-1006-5FE0693405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81211" y="5834465"/>
                <a:ext cx="1126080" cy="37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456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BE58B-C3D2-CAF1-1A6A-40C118B0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2782528" cy="16223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EBEBEB"/>
                </a:solidFill>
              </a:rPr>
              <a:t>Buzer </a:t>
            </a:r>
            <a:br>
              <a:rPr lang="en-US" dirty="0">
                <a:solidFill>
                  <a:srgbClr val="EBEBEB"/>
                </a:solidFill>
              </a:rPr>
            </a:br>
            <a:r>
              <a:rPr lang="en-US" dirty="0">
                <a:solidFill>
                  <a:srgbClr val="EBEBEB"/>
                </a:solidFill>
              </a:rPr>
              <a:t>LED</a:t>
            </a:r>
            <a:br>
              <a:rPr lang="en-US" dirty="0">
                <a:solidFill>
                  <a:srgbClr val="EBEBEB"/>
                </a:solidFill>
              </a:rPr>
            </a:br>
            <a:r>
              <a:rPr lang="en-US" dirty="0">
                <a:solidFill>
                  <a:srgbClr val="EBEBEB"/>
                </a:solidFill>
              </a:rPr>
              <a:t>RELY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89CD78-2F0D-ACFA-4612-31573933C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277" y="647698"/>
            <a:ext cx="3385069" cy="5562601"/>
          </a:xfrm>
          <a:prstGeom prst="rect">
            <a:avLst/>
          </a:prstGeom>
          <a:effectLst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F87F7F1-A57E-3053-B552-F8C8A0D7A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213541"/>
              </p:ext>
            </p:extLst>
          </p:nvPr>
        </p:nvGraphicFramePr>
        <p:xfrm>
          <a:off x="654882" y="2961549"/>
          <a:ext cx="4404852" cy="3557816"/>
        </p:xfrm>
        <a:graphic>
          <a:graphicData uri="http://schemas.openxmlformats.org/drawingml/2006/table">
            <a:tbl>
              <a:tblPr/>
              <a:tblGrid>
                <a:gridCol w="1436951">
                  <a:extLst>
                    <a:ext uri="{9D8B030D-6E8A-4147-A177-3AD203B41FA5}">
                      <a16:colId xmlns:a16="http://schemas.microsoft.com/office/drawing/2014/main" val="986023963"/>
                    </a:ext>
                  </a:extLst>
                </a:gridCol>
                <a:gridCol w="2967901">
                  <a:extLst>
                    <a:ext uri="{9D8B030D-6E8A-4147-A177-3AD203B41FA5}">
                      <a16:colId xmlns:a16="http://schemas.microsoft.com/office/drawing/2014/main" val="3706347635"/>
                    </a:ext>
                  </a:extLst>
                </a:gridCol>
              </a:tblGrid>
              <a:tr h="4450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Buzer GND</a:t>
                      </a:r>
                    </a:p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Buzer VCC</a:t>
                      </a: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BORD GND / VCC</a:t>
                      </a: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350033"/>
                  </a:ext>
                </a:extLst>
              </a:tr>
              <a:tr h="4450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LED GRND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effectLst/>
                        </a:rPr>
                        <a:t>LED VCC</a:t>
                      </a: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BORD GND / VCC</a:t>
                      </a: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425194"/>
                  </a:ext>
                </a:extLst>
              </a:tr>
              <a:tr h="340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700" dirty="0">
                        <a:effectLst/>
                      </a:endParaRP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700" dirty="0">
                        <a:effectLst/>
                      </a:endParaRP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19003"/>
                  </a:ext>
                </a:extLst>
              </a:tr>
              <a:tr h="340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NO</a:t>
                      </a: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D2</a:t>
                      </a: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258339"/>
                  </a:ext>
                </a:extLst>
              </a:tr>
              <a:tr h="4450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Rely GND</a:t>
                      </a:r>
                    </a:p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RELY VCC</a:t>
                      </a: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BORD GND / VCC</a:t>
                      </a: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400907"/>
                  </a:ext>
                </a:extLst>
              </a:tr>
              <a:tr h="340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700" dirty="0">
                        <a:effectLst/>
                      </a:endParaRP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700" dirty="0">
                        <a:effectLst/>
                      </a:endParaRP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359235"/>
                  </a:ext>
                </a:extLst>
              </a:tr>
              <a:tr h="340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700" dirty="0">
                        <a:effectLst/>
                      </a:endParaRP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700" dirty="0">
                        <a:effectLst/>
                      </a:endParaRP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39263"/>
                  </a:ext>
                </a:extLst>
              </a:tr>
              <a:tr h="340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700" dirty="0">
                        <a:effectLst/>
                      </a:endParaRP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700" dirty="0">
                        <a:effectLst/>
                      </a:endParaRPr>
                    </a:p>
                  </a:txBody>
                  <a:tcPr marL="88492" marR="88492" marT="44246" marB="4424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008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877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60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ADLaM Display</vt:lpstr>
      <vt:lpstr>Century Gothic</vt:lpstr>
      <vt:lpstr>Wingdings 3</vt:lpstr>
      <vt:lpstr>Ion</vt:lpstr>
      <vt:lpstr>Secure entry system</vt:lpstr>
      <vt:lpstr>PowerPoint Presentation</vt:lpstr>
      <vt:lpstr>Diagram of electrical connections</vt:lpstr>
      <vt:lpstr>PowerPoint Presentation</vt:lpstr>
      <vt:lpstr>PowerPoint Presentation</vt:lpstr>
      <vt:lpstr>Buzer  LED RELY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ramadan</dc:creator>
  <cp:lastModifiedBy>ahmad ramadan</cp:lastModifiedBy>
  <cp:revision>1</cp:revision>
  <dcterms:created xsi:type="dcterms:W3CDTF">2026-04-21T02:24:58Z</dcterms:created>
  <dcterms:modified xsi:type="dcterms:W3CDTF">2026-04-21T03:03:15Z</dcterms:modified>
</cp:coreProperties>
</file>